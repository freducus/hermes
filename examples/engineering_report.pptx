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CFD Results - Pressure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50" y="135466"/>
            <a:ext cx="438150" cy="74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/>
              <a:t>Convergence achieved at iteration 250.
Target lift within 2%.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