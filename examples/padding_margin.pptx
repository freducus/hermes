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" cy="91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Grid padding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287" y="127000"/>
            <a:ext cx="442912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padding=Edges.all(5)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820" y="127000"/>
            <a:ext cx="442912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padding=Edges.all(30)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Grid gap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gap=2  |  gap=20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287" y="127000"/>
            <a:ext cx="442912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9105" y="127000"/>
            <a:ext cx="442912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87" y="511386"/>
            <a:ext cx="442912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105" y="511386"/>
            <a:ext cx="442912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Grid gap (wide)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gap=20  |  padding=Edges.all(5)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62" y="110066"/>
            <a:ext cx="452437" cy="397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10066"/>
            <a:ext cx="452437" cy="397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" y="541866"/>
            <a:ext cx="452437" cy="397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541866"/>
            <a:ext cx="452437" cy="397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Panel padding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padding=0 (left)  |  padding=20 (right)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287" y="127000"/>
            <a:ext cx="442912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No padding
Content touches
cell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725" y="127000"/>
            <a:ext cx="442912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padding=20
Content is inset
from cell edge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Panel margin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Each labelled cell has margin=15 around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" y="118533"/>
            <a:ext cx="298450" cy="389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7975" y="118533"/>
            <a:ext cx="298450" cy="389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425" y="118533"/>
            <a:ext cx="298450" cy="389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" y="508000"/>
            <a:ext cx="298450" cy="389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975" y="508000"/>
            <a:ext cx="298450" cy="389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425" y="508000"/>
            <a:ext cx="298450" cy="389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Combined: padding + margin +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" y="135466"/>
            <a:ext cx="438150" cy="37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padding=10
margin=5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630" y="135466"/>
            <a:ext cx="438150" cy="37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padding=20
margin=2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" y="528320"/>
            <a:ext cx="438150" cy="37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padding=5
margin=10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630" y="528320"/>
            <a:ext cx="438150" cy="37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padding=15
margin=8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