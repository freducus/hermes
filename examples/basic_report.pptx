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" cy="91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600"/>
            <a:ext cx="4572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Key metrics and findings.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725" y="101600"/>
            <a:ext cx="4572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Recommendations: proceed with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4933"/>
            <a:ext cx="923925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Detailed analysis in subsequent sections.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1600"/>
            <a:ext cx="9144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Detailed results go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