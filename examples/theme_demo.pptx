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" cy="914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525" y="8466"/>
            <a:ext cx="895350" cy="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800">
                <a:solidFill>
                  <a:srgbClr val="1F4E79"/>
                </a:solidFill>
              </a:defRPr>
            </a:pPr>
            <a:r>
              <a:t>Corporate Theme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101600"/>
            <a:ext cx="457200" cy="812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t>This slide uses the Corporate theme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66725" y="101600"/>
            <a:ext cx="457200" cy="812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t>Content area with theme styling applied.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525" y="8466"/>
            <a:ext cx="895350" cy="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800">
                <a:solidFill>
                  <a:srgbClr val="1F4E79"/>
                </a:solidFill>
              </a:defRPr>
            </a:pPr>
            <a:r>
              <a:t>Dark Theme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101600"/>
            <a:ext cx="457200" cy="812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t>This slide uses the Dark theme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66725" y="101600"/>
            <a:ext cx="457200" cy="812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t>Content area with theme styling applied.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525" y="8466"/>
            <a:ext cx="895350" cy="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800">
                <a:solidFill>
                  <a:srgbClr val="1F4E79"/>
                </a:solidFill>
              </a:defRPr>
            </a:pPr>
            <a:r>
              <a:t>Light Theme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101600"/>
            <a:ext cx="457200" cy="812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t>This slide uses the Light theme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66725" y="101600"/>
            <a:ext cx="457200" cy="812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t>Content area with theme styling applied.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