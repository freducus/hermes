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" cy="91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" y="8466"/>
            <a:ext cx="895350" cy="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725" y="101600"/>
            <a:ext cx="457200" cy="81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Side panel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