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" cy="91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KPIs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287" y="521546"/>
          <a:ext cx="36195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"/>
                <a:gridCol w="120650"/>
                <a:gridCol w="120650"/>
              </a:tblGrid>
              <a:tr h="762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Power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250.0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Warning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Pressure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101.3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